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e3+tPyQLwZsyd31+ccW647mmr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59108c91251a4927_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59108c91251a4927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dia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Üres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tartalom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zakaszfejléc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artalomrész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Összehasonlítás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sak cím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talomrész képaláírással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ép képaláírással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függőleges szöveg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üggőleges cím és szöveg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-450250" y="-6"/>
            <a:ext cx="91440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hu-HU"/>
              <a:t>Szakmai projektmunka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973550" y="0"/>
            <a:ext cx="4984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hu-HU"/>
              <a:t>Készítette: </a:t>
            </a:r>
            <a:r>
              <a:rPr lang="hu-HU"/>
              <a:t>Mészáros Balázs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hu-HU"/>
              <a:t>Tivolt Iván, Stumpf Imre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290950"/>
            <a:ext cx="631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>
                <a:solidFill>
                  <a:srgbClr val="25364C"/>
                </a:solidFill>
              </a:rPr>
              <a:t>Cél és közönség</a:t>
            </a:r>
            <a:r>
              <a:rPr lang="hu-HU" sz="2400">
                <a:solidFill>
                  <a:schemeClr val="dk1"/>
                </a:solidFill>
              </a:rPr>
              <a:t> </a:t>
            </a:r>
            <a:endParaRPr sz="2700"/>
          </a:p>
        </p:txBody>
      </p:sp>
      <p:sp>
        <p:nvSpPr>
          <p:cNvPr id="91" name="Google Shape;91;p2"/>
          <p:cNvSpPr txBox="1"/>
          <p:nvPr/>
        </p:nvSpPr>
        <p:spPr>
          <a:xfrm>
            <a:off x="449750" y="1294069"/>
            <a:ext cx="11541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300"/>
              <a:t>Az oldal célközönsége a </a:t>
            </a:r>
            <a:r>
              <a:rPr lang="hu-HU" sz="2300"/>
              <a:t>városlakók</a:t>
            </a:r>
            <a:r>
              <a:rPr lang="hu-HU" sz="2300"/>
              <a:t> és a városról érdeklődők, akik nem az AI segítségével akarnak tájékozódni(Senki).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300"/>
              <a:t>Az oldal célja a város megismertetése és népszerűsítése.</a:t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300"/>
              <a:t>Pontosabban:</a:t>
            </a:r>
            <a:endParaRPr sz="2300"/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hu-HU" sz="2300"/>
              <a:t>Kultúra</a:t>
            </a:r>
            <a:endParaRPr sz="2300"/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hu-HU" sz="2300"/>
              <a:t>Történelem</a:t>
            </a:r>
            <a:endParaRPr sz="2300"/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hu-HU" sz="2300"/>
              <a:t>Események</a:t>
            </a:r>
            <a:endParaRPr sz="2300"/>
          </a:p>
          <a:p>
            <a:pPr indent="-374650" lvl="0" marL="457200" marR="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hu-HU" sz="2300"/>
              <a:t>(Később a várossal kapcsolatos hírek)</a:t>
            </a:r>
            <a:endParaRPr sz="2300"/>
          </a:p>
        </p:txBody>
      </p:sp>
    </p:spTree>
  </p:cSld>
  <p:clrMapOvr>
    <a:masterClrMapping/>
  </p:clrMapOvr>
  <mc:AlternateContent>
    <mc:Choice Requires="p14">
      <p:transition spd="slow" p14:dur="1200">
        <p:fade thruBlk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/>
        </p:nvSpPr>
        <p:spPr>
          <a:xfrm>
            <a:off x="292600" y="377950"/>
            <a:ext cx="10815300" cy="13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4200">
                <a:solidFill>
                  <a:srgbClr val="25364C"/>
                </a:solidFill>
              </a:rPr>
              <a:t>Elkészült funkciók, működő bemutatóval.</a:t>
            </a:r>
            <a:endParaRPr sz="4200">
              <a:solidFill>
                <a:srgbClr val="25364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fade thruBlk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/>
        </p:nvSpPr>
        <p:spPr>
          <a:xfrm>
            <a:off x="218225" y="403200"/>
            <a:ext cx="110994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3000">
                <a:solidFill>
                  <a:srgbClr val="D8E2F3"/>
                </a:solidFill>
              </a:rPr>
              <a:t>Egy javítás és a hozzá tartozó teszt.</a:t>
            </a:r>
            <a:endParaRPr sz="3000">
              <a:solidFill>
                <a:srgbClr val="D8E2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259800" y="2369175"/>
            <a:ext cx="8323200" cy="13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Alsó gombok (Facebook, Instagram, térkép…</a:t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fade thruBlk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/>
          <p:nvPr/>
        </p:nvSpPr>
        <p:spPr>
          <a:xfrm>
            <a:off x="8" y="64662"/>
            <a:ext cx="12037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 sz="3500">
                <a:solidFill>
                  <a:srgbClr val="25364C"/>
                </a:solidFill>
              </a:rPr>
              <a:t>Munkamegosztás, Git-előzmény, korlátok.</a:t>
            </a:r>
            <a:endParaRPr sz="3500">
              <a:solidFill>
                <a:srgbClr val="25364C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rgbClr val="D8E2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616525" y="796775"/>
            <a:ext cx="29679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Oldal: Balázs, Imre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PPT: Iván, Imre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fade thruBlk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h59108c91251a4927_2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599" y="-491249"/>
            <a:ext cx="11357275" cy="745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2026-10-13T11:11:41Z</dcterms:created>
  <dc:creator>Tivolt Iván</dc:creator>
</cp:coreProperties>
</file>